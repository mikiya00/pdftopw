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Page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このページはPDFから変換されました。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PDFのページ 1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560800" cy="701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1564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PDFの内容がここに表示されます。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テキストや画像を編集できます。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Page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このページはPDFから変換されました。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PDFのページ 2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560800" cy="701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1564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PDFの内容がここに表示されます。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テキストや画像を編集できます。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Page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このページはPDFから変換されました。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PDFのページ 3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560800" cy="701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1564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PDFの内容がここに表示されます。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テキストや画像を編集できます。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Page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このページはPDFから変換されました。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PDFのページ 4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560800" cy="701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1564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PDFの内容がここに表示されます。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テキストや画像を編集できます。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Page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このページはPDFから変換されました。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PDFのページ 5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560800" cy="701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1564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PDFの内容がここに表示されます。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テキストや画像を編集できます。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Page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このページはPDFから変換されました。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PDFのページ 6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560800" cy="701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1564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PDFの内容がここに表示されます。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テキストや画像を編集できます。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Page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このページはPDFから変換されました。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PDFのページ 7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560800" cy="701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1564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PDFの内容がここに表示されます。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テキストや画像を編集できます。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Page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このページはPDFから変換されました。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PDFのページ 8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560800" cy="701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1564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PDFの内容がここに表示されます。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テキストや画像を編集できます。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Page 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このページはPDFから変換されました。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PDFのページ 9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560800" cy="701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1564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PDFの内容がここに表示されます。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テキストや画像を編集できます。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Page 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このページはPDFから変換されました。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PDFのページ 10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560800" cy="701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1564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PDFの内容がここに表示されます。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テキストや画像を編集できます。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Page 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このページはPDFから変換されました。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PDFのページ 11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560800" cy="701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1564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PDFの内容がここに表示されます。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テキストや画像を編集できます。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Page 12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このページはPDFから変換されました。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PDFのページ 12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560800" cy="701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1564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PDFの内容がここに表示されます。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テキストや画像を編集できます。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Page 13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このページはPDFから変換されました。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PDFのページ 13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560800" cy="701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1564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PDFの内容がここに表示されます。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テキストや画像を編集できます。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Page 14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このページはPDFから変換されました。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PDFのページ 14 /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560800" cy="701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1564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PDFの内容がここに表示されます。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テキストや画像を編集できます。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6CC"/>
                </a:solidFill>
              </a:rPr>
              <a:t>変換完了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PDFファイル: ME_to_WE_Strategic_Manual.pdf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総ページ数: 14ページ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このPowerPointファイルを編集して、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コンテンツをカスタマイズできます。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2025-11-22T04:54:48Z</dcterms:created>
  <dcterms:modified xsi:type="dcterms:W3CDTF">2025-11-22T04:54:48Z</dcterms:modified>
</cp:coreProperties>
</file>